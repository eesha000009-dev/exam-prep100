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66" r:id="rId5"/>
    <p:sldId id="260" r:id="rId6"/>
    <p:sldId id="263" r:id="rId7"/>
    <p:sldId id="264" r:id="rId8"/>
    <p:sldId id="267"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1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2/26/2025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2/26/2025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2/26/2025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2/26/2025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1670" y="510989"/>
            <a:ext cx="10959353" cy="1519516"/>
          </a:xfrm>
        </p:spPr>
        <p:txBody>
          <a:bodyPr>
            <a:normAutofit/>
          </a:bodyPr>
          <a:lstStyle/>
          <a:p>
            <a:r>
              <a:rPr lang="en-US" sz="3600" dirty="0" smtClean="0">
                <a:latin typeface="Copperplate Gothic Bold" panose="020E0705020206020404" pitchFamily="34" charset="0"/>
              </a:rPr>
              <a:t>MY NAME IS FIRDAUSI HASSAN</a:t>
            </a:r>
            <a:endParaRPr lang="en-US" sz="3600" dirty="0">
              <a:latin typeface="Copperplate Gothic Bold" panose="020E0705020206020404" pitchFamily="34" charset="0"/>
            </a:endParaRPr>
          </a:p>
        </p:txBody>
      </p:sp>
      <p:sp>
        <p:nvSpPr>
          <p:cNvPr id="3" name="Content Placeholder 2"/>
          <p:cNvSpPr>
            <a:spLocks noGrp="1"/>
          </p:cNvSpPr>
          <p:nvPr>
            <p:ph idx="1"/>
          </p:nvPr>
        </p:nvSpPr>
        <p:spPr>
          <a:xfrm>
            <a:off x="1270748" y="2353234"/>
            <a:ext cx="9601196" cy="3912599"/>
          </a:xfrm>
        </p:spPr>
        <p:txBody>
          <a:bodyPr>
            <a:normAutofit/>
          </a:bodyPr>
          <a:lstStyle/>
          <a:p>
            <a:pPr marL="0" indent="0">
              <a:buNone/>
            </a:pPr>
            <a:r>
              <a:rPr lang="en-US" sz="4000" dirty="0" smtClean="0">
                <a:latin typeface="Algerian" panose="04020705040A02060702" pitchFamily="82" charset="0"/>
              </a:rPr>
              <a:t>	TOPIC:EFFECT  OF BODY IMAGE ON TEENAGERS “SELF ESTEEM”</a:t>
            </a:r>
          </a:p>
          <a:p>
            <a:pPr marL="0" indent="0">
              <a:buNone/>
            </a:pPr>
            <a:r>
              <a:rPr lang="en-US" sz="4000" dirty="0">
                <a:latin typeface="Algerian" panose="04020705040A02060702" pitchFamily="82" charset="0"/>
              </a:rPr>
              <a:t>	</a:t>
            </a:r>
            <a:r>
              <a:rPr lang="en-US" sz="4000" dirty="0" smtClean="0">
                <a:latin typeface="Algerian" panose="04020705040A02060702" pitchFamily="82" charset="0"/>
              </a:rPr>
              <a:t>	</a:t>
            </a:r>
            <a:r>
              <a:rPr lang="en-US" sz="2800" dirty="0" smtClean="0">
                <a:latin typeface="Algerian" panose="04020705040A02060702" pitchFamily="82" charset="0"/>
              </a:rPr>
              <a:t>HAVE YOU EVER WONDERED WHY MANY NIGERIAN YOUTH AND TEENAGERS WILL GO EXTREME TO LOOK LIKE WESTERNERS BY BLEACHING OR KEEPING LONG HAIR? </a:t>
            </a:r>
            <a:endParaRPr lang="en-US" sz="4000" dirty="0" smtClean="0">
              <a:latin typeface="Algerian" panose="04020705040A02060702" pitchFamily="82" charset="0"/>
            </a:endParaRPr>
          </a:p>
        </p:txBody>
      </p:sp>
    </p:spTree>
    <p:extLst>
      <p:ext uri="{BB962C8B-B14F-4D97-AF65-F5344CB8AC3E}">
        <p14:creationId xmlns:p14="http://schemas.microsoft.com/office/powerpoint/2010/main" val="5023107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DEFINATION OF BODY IMAGE</a:t>
            </a:r>
            <a:endParaRPr lang="en-US" dirty="0"/>
          </a:p>
        </p:txBody>
      </p:sp>
      <p:sp>
        <p:nvSpPr>
          <p:cNvPr id="3" name="Content Placeholder 2"/>
          <p:cNvSpPr>
            <a:spLocks noGrp="1"/>
          </p:cNvSpPr>
          <p:nvPr>
            <p:ph idx="1"/>
          </p:nvPr>
        </p:nvSpPr>
        <p:spPr/>
        <p:txBody>
          <a:bodyPr/>
          <a:lstStyle/>
          <a:p>
            <a:r>
              <a:rPr lang="en-US" dirty="0" smtClean="0"/>
              <a:t>BODY IMAGE PLAYS A MAJOR ROLE IN TEENAGERS “SELF ESTEEM”, MENTAL HEALTH AND OVER ALL WELL BEING. WEATHER THEY PERCEIVE THEM SELF AS “FAT OR SLIM, TALL OR SHORT, THERE SELF IMAGE CAN BE INFLUENCE BY CERTAIN FACTORS SUCH AS: SOCAIL MEDIA EXPECTATIONS AND PEER PREASURE.</a:t>
            </a:r>
            <a:endParaRPr lang="en-US" dirty="0"/>
          </a:p>
        </p:txBody>
      </p:sp>
    </p:spTree>
    <p:extLst>
      <p:ext uri="{BB962C8B-B14F-4D97-AF65-F5344CB8AC3E}">
        <p14:creationId xmlns:p14="http://schemas.microsoft.com/office/powerpoint/2010/main" val="28162076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US" dirty="0" smtClean="0"/>
              <a:t>NEGATIVE EFFECT OF BODY IMAGE</a:t>
            </a:r>
            <a:br>
              <a:rPr lang="en-US" dirty="0" smtClean="0"/>
            </a:br>
            <a:r>
              <a:rPr lang="en-US" dirty="0" smtClean="0"/>
              <a:t>(FELLING TOO FAT)</a:t>
            </a:r>
            <a:endParaRPr lang="en-US" dirty="0"/>
          </a:p>
        </p:txBody>
      </p:sp>
      <p:sp>
        <p:nvSpPr>
          <p:cNvPr id="14" name="TextBox 13"/>
          <p:cNvSpPr txBox="1"/>
          <p:nvPr/>
        </p:nvSpPr>
        <p:spPr>
          <a:xfrm>
            <a:off x="878035" y="2670850"/>
            <a:ext cx="7257436" cy="2862322"/>
          </a:xfrm>
          <a:prstGeom prst="rect">
            <a:avLst/>
          </a:prstGeom>
          <a:noFill/>
        </p:spPr>
        <p:txBody>
          <a:bodyPr wrap="square" rtlCol="0">
            <a:spAutoFit/>
          </a:bodyPr>
          <a:lstStyle/>
          <a:p>
            <a:r>
              <a:rPr lang="en-US" dirty="0" smtClean="0"/>
              <a:t>Many teens, especially due to media and social pressures, struggle  with feeling over weight even when they are within a healthy range this can leads to: </a:t>
            </a:r>
          </a:p>
          <a:p>
            <a:r>
              <a:rPr lang="en-US" dirty="0" smtClean="0"/>
              <a:t>1-low self esteem: teens who perceived themselves as overweight may feel unattractive or unworthy.</a:t>
            </a:r>
          </a:p>
          <a:p>
            <a:r>
              <a:rPr lang="en-US" dirty="0" smtClean="0"/>
              <a:t>2-Mental health issues: increased risk of anxiety,depression,and eating disorder like binge(rapid or excessive consumption of food)or bulimia(chronic eating disorder). </a:t>
            </a:r>
          </a:p>
          <a:p>
            <a:r>
              <a:rPr lang="en-US" dirty="0" smtClean="0"/>
              <a:t>3-social with drawal:fear of judgment may lead to avoiding social situations.</a:t>
            </a:r>
          </a:p>
          <a:p>
            <a:r>
              <a:rPr lang="en-US" dirty="0" smtClean="0"/>
              <a:t>4-unhealthy dieting habits: some resort to extreme dieting,fasting,or over-exercising leading to physical harm or using dieting pills to loss weight.</a:t>
            </a:r>
            <a:endParaRPr lang="en-US" dirty="0"/>
          </a:p>
        </p:txBody>
      </p:sp>
    </p:spTree>
    <p:extLst>
      <p:ext uri="{BB962C8B-B14F-4D97-AF65-F5344CB8AC3E}">
        <p14:creationId xmlns:p14="http://schemas.microsoft.com/office/powerpoint/2010/main" val="31941875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4198086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457199"/>
            <a:ext cx="9601196" cy="1922929"/>
          </a:xfrm>
        </p:spPr>
        <p:txBody>
          <a:bodyPr>
            <a:normAutofit fontScale="90000"/>
          </a:bodyPr>
          <a:lstStyle/>
          <a:p>
            <a:pPr indent="1143000"/>
            <a:r>
              <a:rPr lang="en-US" dirty="0"/>
              <a:t>NEGATIVE EFFECT OF </a:t>
            </a:r>
            <a:r>
              <a:rPr lang="en-US" dirty="0" smtClean="0"/>
              <a:t>BODY   	IMAGE</a:t>
            </a:r>
            <a:r>
              <a:rPr lang="en-US" dirty="0"/>
              <a:t/>
            </a:r>
            <a:br>
              <a:rPr lang="en-US" dirty="0"/>
            </a:br>
            <a:r>
              <a:rPr lang="en-US" dirty="0"/>
              <a:t>(FELLING TOO </a:t>
            </a:r>
            <a:r>
              <a:rPr lang="en-US" dirty="0" smtClean="0"/>
              <a:t>SLIM)</a:t>
            </a:r>
            <a:endParaRPr lang="en-US" dirty="0"/>
          </a:p>
        </p:txBody>
      </p:sp>
      <p:sp>
        <p:nvSpPr>
          <p:cNvPr id="3" name="Content Placeholder 2"/>
          <p:cNvSpPr>
            <a:spLocks noGrp="1"/>
          </p:cNvSpPr>
          <p:nvPr>
            <p:ph idx="1"/>
          </p:nvPr>
        </p:nvSpPr>
        <p:spPr>
          <a:xfrm>
            <a:off x="1295402" y="2530037"/>
            <a:ext cx="9601196" cy="3318936"/>
          </a:xfrm>
        </p:spPr>
        <p:txBody>
          <a:bodyPr>
            <a:normAutofit/>
          </a:bodyPr>
          <a:lstStyle/>
          <a:p>
            <a:pPr marL="0" indent="0">
              <a:buNone/>
            </a:pPr>
            <a:r>
              <a:rPr lang="en-US" dirty="0" smtClean="0"/>
              <a:t>	Some teens, especially boys feels self-conscious about being too thin.</a:t>
            </a:r>
          </a:p>
          <a:p>
            <a:pPr>
              <a:buFont typeface="Arial" panose="020B0604020202020204" pitchFamily="34" charset="0"/>
              <a:buChar char="•"/>
            </a:pPr>
            <a:r>
              <a:rPr lang="en-US" dirty="0"/>
              <a:t>B</a:t>
            </a:r>
            <a:r>
              <a:rPr lang="en-US" dirty="0" smtClean="0"/>
              <a:t>ody Dysmorphic: An obession with gaining muscle or weight, often seen in muscle Dysmorphia</a:t>
            </a:r>
          </a:p>
          <a:p>
            <a:pPr>
              <a:buFont typeface="Arial" panose="020B0604020202020204" pitchFamily="34" charset="0"/>
              <a:buChar char="•"/>
            </a:pPr>
            <a:r>
              <a:rPr lang="en-US" dirty="0" smtClean="0"/>
              <a:t>Use of supplement/steroids: some teens resort to unhealthy method like excessive protein intake or steroids to bulk up</a:t>
            </a:r>
          </a:p>
          <a:p>
            <a:pPr>
              <a:buFont typeface="Arial" panose="020B0604020202020204" pitchFamily="34" charset="0"/>
              <a:buChar char="•"/>
            </a:pPr>
            <a:r>
              <a:rPr lang="en-US" dirty="0" smtClean="0"/>
              <a:t>Bullying/teasing: Being called “too skinny” or weak can damage self esteem and social confident.</a:t>
            </a:r>
          </a:p>
        </p:txBody>
      </p:sp>
    </p:spTree>
    <p:extLst>
      <p:ext uri="{BB962C8B-B14F-4D97-AF65-F5344CB8AC3E}">
        <p14:creationId xmlns:p14="http://schemas.microsoft.com/office/powerpoint/2010/main" val="982923933"/>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POSITIVE BODY IMAGE(SELF ACCEPTANCE AND CONFIDENT)</a:t>
            </a:r>
            <a:endParaRPr lang="en-US" dirty="0"/>
          </a:p>
        </p:txBody>
      </p:sp>
      <p:sp>
        <p:nvSpPr>
          <p:cNvPr id="3" name="Content Placeholder 2"/>
          <p:cNvSpPr>
            <a:spLocks noGrp="1"/>
          </p:cNvSpPr>
          <p:nvPr>
            <p:ph idx="1"/>
          </p:nvPr>
        </p:nvSpPr>
        <p:spPr/>
        <p:txBody>
          <a:bodyPr/>
          <a:lstStyle/>
          <a:p>
            <a:pPr marL="0" indent="0">
              <a:buNone/>
            </a:pPr>
            <a:r>
              <a:rPr lang="en-US" dirty="0" smtClean="0"/>
              <a:t>	A healthy body image leads to:</a:t>
            </a:r>
          </a:p>
          <a:p>
            <a:pPr>
              <a:buFont typeface="Arial" panose="020B0604020202020204" pitchFamily="34" charset="0"/>
              <a:buChar char="•"/>
            </a:pPr>
            <a:r>
              <a:rPr lang="en-US" dirty="0" smtClean="0"/>
              <a:t>Higher self-esteem: teens feel comfortable in these skin and less pressured by unrealistic beauty standards.</a:t>
            </a:r>
          </a:p>
          <a:p>
            <a:pPr>
              <a:buFont typeface="Arial" panose="020B0604020202020204" pitchFamily="34" charset="0"/>
              <a:buChar char="•"/>
            </a:pPr>
            <a:r>
              <a:rPr lang="en-US" dirty="0" smtClean="0"/>
              <a:t>Healthier habits: They are more likely to eat well, exercise for fun and well-being, not just to change their body.</a:t>
            </a:r>
          </a:p>
          <a:p>
            <a:pPr>
              <a:buFont typeface="Arial" panose="020B0604020202020204" pitchFamily="34" charset="0"/>
              <a:buChar char="•"/>
            </a:pPr>
            <a:r>
              <a:rPr lang="en-US" dirty="0" smtClean="0"/>
              <a:t>Better mental health: Less anxiety, stress and depression related to body concerns</a:t>
            </a:r>
          </a:p>
        </p:txBody>
      </p:sp>
    </p:spTree>
    <p:extLst>
      <p:ext uri="{BB962C8B-B14F-4D97-AF65-F5344CB8AC3E}">
        <p14:creationId xmlns:p14="http://schemas.microsoft.com/office/powerpoint/2010/main" val="3229271158"/>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TO PROMOT A POSITIVE BODY IMAGE IN TEENS</a:t>
            </a:r>
            <a:endParaRPr lang="en-US" dirty="0"/>
          </a:p>
        </p:txBody>
      </p:sp>
      <p:sp>
        <p:nvSpPr>
          <p:cNvPr id="3" name="Content Placeholder 2"/>
          <p:cNvSpPr>
            <a:spLocks noGrp="1"/>
          </p:cNvSpPr>
          <p:nvPr>
            <p:ph idx="1"/>
          </p:nvPr>
        </p:nvSpPr>
        <p:spPr/>
        <p:txBody>
          <a:bodyPr/>
          <a:lstStyle/>
          <a:p>
            <a:r>
              <a:rPr lang="en-US" dirty="0" smtClean="0"/>
              <a:t>Encourage self love: Focus on strength beyond appearance </a:t>
            </a:r>
          </a:p>
          <a:p>
            <a:r>
              <a:rPr lang="en-US" dirty="0" smtClean="0"/>
              <a:t>Promote healthy good model: Expose teens to diverse and realistic representation. </a:t>
            </a:r>
          </a:p>
          <a:p>
            <a:r>
              <a:rPr lang="en-US" dirty="0" smtClean="0"/>
              <a:t>Limit social media pleasure: Teach media literacy to understand unrealistic protocols</a:t>
            </a:r>
          </a:p>
          <a:p>
            <a:r>
              <a:rPr lang="en-US" dirty="0" smtClean="0"/>
              <a:t>Support healthy habits: Exercise and eat well for over all wealthy, not looks.</a:t>
            </a:r>
          </a:p>
        </p:txBody>
      </p:sp>
    </p:spTree>
    <p:extLst>
      <p:ext uri="{BB962C8B-B14F-4D97-AF65-F5344CB8AC3E}">
        <p14:creationId xmlns:p14="http://schemas.microsoft.com/office/powerpoint/2010/main" val="4000187285"/>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lstStyle/>
          <a:p>
            <a:r>
              <a:rPr lang="en-US" dirty="0" smtClean="0"/>
              <a:t> There are things we can change and there are things we cannot change. We must learn to accept and celebrate what we can not change which include our body image. People need to thank God on what he gave them,  remember that </a:t>
            </a:r>
            <a:r>
              <a:rPr lang="en-US" smtClean="0"/>
              <a:t>some people wish </a:t>
            </a:r>
            <a:r>
              <a:rPr lang="en-US" dirty="0" smtClean="0"/>
              <a:t>to have what you </a:t>
            </a:r>
            <a:r>
              <a:rPr lang="en-US" smtClean="0"/>
              <a:t>have so always be </a:t>
            </a:r>
            <a:r>
              <a:rPr lang="en-US" dirty="0" smtClean="0"/>
              <a:t>contented. </a:t>
            </a:r>
            <a:endParaRPr lang="en-US" dirty="0"/>
          </a:p>
        </p:txBody>
      </p:sp>
    </p:spTree>
    <p:extLst>
      <p:ext uri="{BB962C8B-B14F-4D97-AF65-F5344CB8AC3E}">
        <p14:creationId xmlns:p14="http://schemas.microsoft.com/office/powerpoint/2010/main" val="1335570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 YOU</a:t>
            </a:r>
            <a:endParaRPr lang="en-US" dirty="0"/>
          </a:p>
        </p:txBody>
      </p:sp>
      <p:sp>
        <p:nvSpPr>
          <p:cNvPr id="3" name="Content Placeholder 2"/>
          <p:cNvSpPr>
            <a:spLocks noGrp="1"/>
          </p:cNvSpPr>
          <p:nvPr>
            <p:ph idx="1"/>
          </p:nvPr>
        </p:nvSpPr>
        <p:spPr/>
        <p:txBody>
          <a:bodyPr>
            <a:normAutofit lnSpcReduction="10000"/>
          </a:bodyPr>
          <a:lstStyle/>
          <a:p>
            <a:pPr marL="457200" lvl="1" indent="0">
              <a:buNone/>
            </a:pPr>
            <a:r>
              <a:rPr lang="en-US" sz="6600" dirty="0" smtClean="0">
                <a:solidFill>
                  <a:srgbClr val="FF0000"/>
                </a:solidFill>
              </a:rPr>
              <a:t>			BROUGH TO YOU BY FIRDAUSI HASSAN</a:t>
            </a:r>
          </a:p>
          <a:p>
            <a:pPr marL="457200" lvl="1" indent="0">
              <a:buNone/>
            </a:pPr>
            <a:r>
              <a:rPr lang="en-US" sz="6600" dirty="0">
                <a:solidFill>
                  <a:srgbClr val="FF0000"/>
                </a:solidFill>
              </a:rPr>
              <a:t>	</a:t>
            </a:r>
            <a:r>
              <a:rPr lang="en-US" sz="6600" dirty="0" smtClean="0">
                <a:solidFill>
                  <a:srgbClr val="FF0000"/>
                </a:solidFill>
              </a:rPr>
              <a:t>						</a:t>
            </a:r>
            <a:endParaRPr lang="en-US" sz="6600" dirty="0">
              <a:solidFill>
                <a:srgbClr val="FF0000"/>
              </a:solidFill>
            </a:endParaRPr>
          </a:p>
        </p:txBody>
      </p:sp>
      <p:sp>
        <p:nvSpPr>
          <p:cNvPr id="4" name="5-Point Star 3"/>
          <p:cNvSpPr/>
          <p:nvPr/>
        </p:nvSpPr>
        <p:spPr>
          <a:xfrm>
            <a:off x="4773706" y="4343399"/>
            <a:ext cx="2339787" cy="1803401"/>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Tree>
    <p:extLst>
      <p:ext uri="{BB962C8B-B14F-4D97-AF65-F5344CB8AC3E}">
        <p14:creationId xmlns:p14="http://schemas.microsoft.com/office/powerpoint/2010/main" val="283234615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127</TotalTime>
  <Words>300</Words>
  <Application>Microsoft Office PowerPoint</Application>
  <PresentationFormat>Widescreen</PresentationFormat>
  <Paragraphs>31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Algerian</vt:lpstr>
      <vt:lpstr>Arial</vt:lpstr>
      <vt:lpstr>Copperplate Gothic Bold</vt:lpstr>
      <vt:lpstr>Garamond</vt:lpstr>
      <vt:lpstr>Organic</vt:lpstr>
      <vt:lpstr>MY NAME IS FIRDAUSI HASSAN</vt:lpstr>
      <vt:lpstr>DEFINATION OF BODY IMAGE</vt:lpstr>
      <vt:lpstr>NEGATIVE EFFECT OF BODY IMAGE (FELLING TOO FAT)</vt:lpstr>
      <vt:lpstr>PowerPoint Presentation</vt:lpstr>
      <vt:lpstr>NEGATIVE EFFECT OF BODY    IMAGE (FELLING TOO SLIM)</vt:lpstr>
      <vt:lpstr>POSITIVE BODY IMAGE(SELF ACCEPTANCE AND CONFIDENT)</vt:lpstr>
      <vt:lpstr>HOW TO PROMOT A POSITIVE BODY IMAGE IN TEENS</vt:lpstr>
      <vt:lpstr>CONCLUSION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15</cp:revision>
  <dcterms:created xsi:type="dcterms:W3CDTF">2025-02-25T13:57:42Z</dcterms:created>
  <dcterms:modified xsi:type="dcterms:W3CDTF">2025-02-26T09:12:24Z</dcterms:modified>
</cp:coreProperties>
</file>